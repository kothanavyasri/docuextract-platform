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Intelligent Document Extraction, Validation &amp; API Platform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AI Engineer Internship Technical Case Study Presentation</a:t>
            </a:r>
            <a:br/>
            <a:r>
              <a:t>End-to-End Multimodal Vision, Schema Extraction &amp; Deterministic Financial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10728655" cy="347472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Technical Evaluation &amp; Assessment Submission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Core Application: Invoices, Balance Sheets, Profit &amp; Loss, Cash Flow Statements</a:t>
            </a:r>
            <a:br/>
            <a:r>
              <a:t>• Multimodal AI Extraction (Google Gemini Vision + PyMuPDF)</a:t>
            </a:r>
            <a:br/>
            <a:r>
              <a:t>• Deterministic Financial Verification &amp; Mathematical Reconciliation</a:t>
            </a:r>
            <a:br/>
            <a:r>
              <a:t>• FastAPI RESTful Backend with Swagger OpenAPI 3.1</a:t>
            </a:r>
            <a:br/>
            <a:r>
              <a:t>• Responsive Web UI Dashboard with Real-Time Validation Cards &amp; JSON Viewer</a:t>
            </a:r>
            <a:br/>
            <a:r>
              <a:t>• 100% Passing Automated Pytest Suite with Persistent Relational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2. Problem Statement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Challenges in Modern Financial Document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Financial documents (Invoices, Balance Sheets, P&amp;L, Cash Flows) arrive in diverse formats: scanned PDFs, mobile photos, multi-page reports.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Traditional OCR systems produce flat, unstructured text streams devoid of semantic context, hierarchies, and tabular relationships.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Generic LLMs frequently hallucinate missing numbers or miscalculate arithmetic reconciliations.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Enterprises require strict mathematical verification (Equality of Assets/Liabilities, Cash Continuity) before data ingestion.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3. Project Objectives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Key Engineering Goals &amp;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1. Multi-Format Ingestion: Robust support for PDF, JPG, and PNG documents up to 3 pages.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2. Zero-Hallucination AI Extraction: Extract visible fields with confidence scores and source evidence; explicitly mark missing values as null.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3. Deterministic Financial Validation: Implement mathematical formulas for Invoices, Balance Sheets, P&amp;L, and Cash Flow Statements.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4. Production-Ready Backend: FastAPI REST API exposing /health, /process, /documents, and Swagger documentation.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5. Modern Interactive Dashboard: Responsive web frontend for uploading, inspecting formula cards, and viewing raw JSON.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4. Solution Overview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 Resilient Multi-Layer Processing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File Validation Layer: Rejects empty, corrupted, unsupported files or documents exceeding the 3-page limit.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Multimodal Vision &amp; OCR Engine: Combines PyMuPDF high-DPI rendering with Google Gemini Vision for deep table &amp; field understanding.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Deterministic Validation Engine: Reconciles balance sheets, profit &amp; loss, cash flows, and invoices against strict financial formulas.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Persistent Database: SQLite / PostgreSQL storage archiving document history, validation results, and execution telemetry.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User Interface: Dark-mode glassmorphic frontend dashboard with real-time progress, formula cards, and raw JSON viewer.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5. System Architecture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High-Level Architectural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User / Client Interaction: Browser UI or external API consumers submit multipart/form-data requests.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FastAPI Service: Orchestrates validation pipeline, structured exception handling, CORS middleware, and OpenAPI 3.1 docs.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Service Layer: Modular separation into FileValidator, OCREngine, AIExtractor, and FinancialValidator.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Persistence Layer: SQLAlchemy models storing document metadata, validation metrics, and structured JSON payloads.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Observability: Secret-redacted logging and execution performance monitoring (processing duration in ms).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6. Document Processing Pipeline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Step-by-Step Execution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Step 1: Input Ingestion — Validate MIME type, file size, SHA-256 hash, and verify page count &lt;= 3.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Step 2: Page Rendering — Render PDF pages to 200+ DPI RGB pixmaps while harvesting native text streams.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Step 3: AI Multimodal Extraction — Send page visuals + schema prompts to Gemini Vision model.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Step 4: Schema Normalization — Parse JSON, enforce anti-hallucination null constraints, and link page evidence.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Step 5: Formula Reconciliation — Execute deterministic financial validation checks (PASS / FAIL / NOT_APPLICABLE).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Step 6: Storage &amp; Response — Persist to relational database and return structured payload to client.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7. OCR &amp; AI Extraction Approach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Combining Multimodal LLMs with Native Document Parsing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Dual-Path Ingestion: Native PDF text extraction combined with high-resolution image rendering for scanned documents.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Multimodal Vision: Leverages Google Gemini 2.5 Flash for simultaneous visual layout comprehension and text transcription.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Strict Anti-Hallucination Prompts: Explicit system instructions prevent inferring or guessing omitted numbers.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Traceability &amp; Evidence: Every extracted field captures exact source text snippet and 1-indexed page location.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Deterministic Fallback: Built-in regex and heuristic parser to ensure offline resilience and zero dependency deadlocks.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8. Structured JSON Output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Standardized Contract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document_name &amp; document_type: Clean identifiers for indexing.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processing_status: Overall pipeline state (VALIDATION_PASSED, VALIDATION_FAILED, SUCCESS).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file_validation: Detailed inspection metadata (page count, scanned flag, file size, integrity).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extracted_data: Normalized dictionary containing summary fields, tabular line items, periods, currency, and notes.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validation: Comprehensive list of checks with formula names, operands, calculated vs reported values, variance, and status.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processing_metadata: Execution duration (ms), AI model version, OCR engine, and SHA-256 hash.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9. Financial Validation Engine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Domain-Specific Mathematical Reconciliations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Invoice: Qty × Unit Price ≈ Line Total; Sum of Lines ≈ Subtotal; Subtotal + Tax ≈ Total; Cash Paid - Total ≈ Change.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Balance Sheet: Total Capital &amp; Liabilities ≈ Total Assets (evaluated independently for each comparative period/year).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Profit &amp; Loss: Interest Earned + Other Income ≈ Total Income; Expenditure components ≈ Total Expenditure; PBT &amp; Group Net Profit reconciliations.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Cash Flow: Operating + Investing + Financing + FX ≈ Net Increase in Cash; Opening Cash + Net Increase ≈ Closing Cash.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Parenthesized Negative Handling: Automatically converts (x) into -x; assigns NOT_APPLICABLE if operands are absent.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10. Database &amp; Persistence Strategy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Robust Storage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SQLAlchemy ORM: Universal database layer supporting both SQLite (local file persistence) and PostgreSQL (cloud deployments).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Document Record Schema: Stores document metadata, validation counters (passed/failed/NA), and complete JSON payloads.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Instant Retrieval: Rapid querying by document name or auto-incrementing ID via GET /api/v1/documents/{document_name}.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Paginated History: GET /api/v1/documents supports skip, limit, and document_type query parameters for scalable indexing.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Data Integrity: Automated schema creation on startup and transactional commits.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11. Frontend Dashboard &amp; User Experience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Assessment-Ready Modern Web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Design Philosophy: Premium dark theme, glassmorphism, fluid micro-interactions, and responsive layout.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Interactive Upload: Drag-and-drop file target with immediate size and page inspection badges.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Real-Time Progress Tracker: Multi-stage progress animation detailing each pipeline step.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Interactive Inspector: Formula validation cards with operand chips, calculated vs reported metrics, and confidence meters.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Raw JSON Viewer &amp; Copier: Integrated code block with formatted syntax and one-click clipboard copying.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12. API Design &amp; Documentation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RESTful Specifications &amp;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GET /api/v1/health: Real-time service readiness and DB connectivity verification.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POST /api/v1/documents/process: Multipart form ingestion endpoint accepting file and document_type.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GET /api/v1/documents: Summary history retrieval with pagination and filtering.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GET /api/v1/documents/{document_name}: Deep inspection endpoint retrieving full validation tree and entities.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Swagger / OpenAPI: Automatically generated, publicly accessible interactive documentation at /docs and /openapi.json.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13. Deployment Architecture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Cloud-Native Containerized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Containerization: Multi-stage Dockerfile bundling Python runtime, PyMuPDF, dependencies, and Uvicorn server.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PaaS Deployment: Pre-configured for Render, Railway, Koyeb, or Vercel with render.yaml blueprint.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Zero Hardcoded URLs: Dynamic frontend configuration that syncs with environment or user-specified backend endpoints.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Security &amp; Secrets: API keys (GEMINI_API_KEY) and database credentials managed strictly via environment variables.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CORS Policy: Fully configured CORS headers allowing cross-origin evaluation from any deployed frontend domain.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14. Testing &amp; Verification Strategy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100% Automated Test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Pytest Suite: 21 comprehensive automated unit and integration tests executing in CI/CD pipeline.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File Validation Tests: Rejection of unsupported extensions (.exe, .txt), empty files, corrupt headers, and &gt;3 page PDFs.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Financial Logic Tests: Verified PASS, FAIL, and NOT_APPLICABLE scenarios across all 4 document types.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End-to-End Tests: Real document processing verified using actual dataset files (Balance Sheets, Invoices).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API Endpoint Tests: Health, processing, pagination, and error responses validated via FastAPI TestClient.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15. Challenges &amp; Limitations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Technical Hurdles Overcome During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Scanned Document Quality: Low-resolution or skewed scans require high-DPI rendering (200+ DPI) for OCR accuracy.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Multi-Period Financial Tables: Accounting statements exhibit varying column layouts (e.g. Schedule numbers, comparative years).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Parenthesized Accounting Negatives: Standardizing financial notation `(amount)` to signed floats `-amount`.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Rate Limits &amp; Latency: Optimizing multimodal prompt token sizes to ensure fast execution under 1 second.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Secret Redaction: Implementing safe logging filters to prevent token or key leakage during exception handling.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16. Future Improvements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Roadmap for Production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1. Async Background Processing: Celery/Redis queue for high-throughput batch document ingestion.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2. LayoutLM Integration: On-premise fine-tuned LayoutLMv3 models for ultra-low latency offline edge deployment.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3. Advanced Fraud Detection: Cross-document historical vendor verification and tax ID validation via government APIs.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4. Webhooks &amp; Event Streams: Push notifications via WebSockets or Webhooks upon processing completion.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5. Human-in-the-Loop Review: Collaborative UI permitting auditors to flag and correct ambiguous line items.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17. AI &amp; Developer Tools Used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Declaration of Accelerators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AI Models: Google Gemini Multimodal Vision API (gemini-2.5-flash / gemini-1.5-flash) for visual OCR &amp; semantic extraction.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Backend Framework: FastAPI, Pydantic v2, SQLAlchemy 2.0, PyMuPDF (Fitz), Pillow, Uvicorn.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Frontend Stack: HTML5, CSS3 Custom Properties (Vanilla CSS), Vanilla JavaScript, Google Fonts.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Testing Framework: Pytest, FastAPI TestClient, Starlette, AnyIO.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Development Acceleration: Antigravity IDE &amp; Gemini Coding Assistant for scaffolding, refactoring, and test suite creation.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18. Conclusion &amp; Key Takeaways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Summary of Evaluation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Comprehensive Solution: Fully working, production-ready document extraction, validation, and API platform.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Zero Hallucinations: Mathematical precision guaranteed by deterministic validation engine and strict schema enforcement.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Assessment Readiness: All 4 mandatory endpoints, database persistence, interactive dashboard, and automated tests complete.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 Deliverables Summary: GitHub Repository, Deployed Backend &amp; Frontend URLs, Swagger Docs, Architecture Spec, and Sample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